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11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8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0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31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22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8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7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78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88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7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2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5852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Regression on Electric Vehicle Dataset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By: Yogesh</a:t>
            </a:r>
          </a:p>
          <a:p>
            <a:r>
              <a:t>Course: Data Analytics using R</a:t>
            </a:r>
          </a:p>
          <a:p>
            <a:r>
              <a:t>Year: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Electric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Electric Vehicles (EVs) are rapidly transforming the automobile industry.</a:t>
            </a:r>
          </a:p>
          <a:p>
            <a:r>
              <a:t>They use electric motors powered by rechargeable batteries instead of internal combustion engines.</a:t>
            </a:r>
          </a:p>
          <a:p>
            <a:r>
              <a:t>This project analyzes EV specifications and predicts driving range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key factors affecting EV range.</a:t>
            </a:r>
          </a:p>
          <a:p>
            <a:r>
              <a:t>• Build a predictive model using Random Forest Regression.</a:t>
            </a:r>
          </a:p>
          <a:p>
            <a:r>
              <a:t>• Evaluate model performance using RMSE and R² metrics.</a:t>
            </a:r>
          </a:p>
          <a:p>
            <a:r>
              <a:t>• Derive feature importance insights for better EV design understanding.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electric_vehicles_spec_2025.csv</a:t>
            </a:r>
          </a:p>
          <a:p>
            <a:r>
              <a:t>Attributes include: top_speed_kmh, battery_capacity_kWh, efficiency_wh_per_km, range_km, torque_nm, etc.</a:t>
            </a:r>
          </a:p>
          <a:p>
            <a:r>
              <a:t>Rows represent different electric vehicle models collected for the year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values replaced with NA.</a:t>
            </a:r>
          </a:p>
          <a:p>
            <a:r>
              <a:t>• Removed irrelevant columns (model, brand, source_url).</a:t>
            </a:r>
          </a:p>
          <a:p>
            <a:r>
              <a:t>• Converted numeric columns properly using as.numeric().</a:t>
            </a:r>
          </a:p>
          <a:p>
            <a:r>
              <a:t>• Replaced NAs in numeric fields with mean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Categorical features converted to factors.</a:t>
            </a:r>
          </a:p>
          <a:p>
            <a:r>
              <a:t>• Columns with only one unique value dropped.</a:t>
            </a:r>
          </a:p>
          <a:p>
            <a:r>
              <a:t>• Ensured all predictor variables are numeric or factor for Random Forest compatibility.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divided into 70% training and 30% testing using createDataPartition().</a:t>
            </a:r>
          </a:p>
          <a:p>
            <a:r>
              <a:t>• Ensures proper model validation on unseen data.</a:t>
            </a:r>
          </a:p>
          <a:p>
            <a:r>
              <a:t>• set.seed(123) used for reproducibility.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is an ensemble learning algorithm.</a:t>
            </a:r>
          </a:p>
          <a:p>
            <a:r>
              <a:t>• Combines multiple decision trees for regression tasks.</a:t>
            </a:r>
          </a:p>
          <a:p>
            <a:r>
              <a:t>• Implemented using caret::train() and randomForest package.</a:t>
            </a:r>
          </a:p>
          <a:p>
            <a:r>
              <a:t>• Evaluated using cross-validation (5-fold).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Parameter tuned: mtry (number of variables considered at each split).</a:t>
            </a:r>
          </a:p>
          <a:p>
            <a:r>
              <a:t>• Grid search used with values from 2 to 10.</a:t>
            </a:r>
          </a:p>
          <a:p>
            <a:r>
              <a:t>• Best mtry value selected based on lowest RMSE.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metrics:</a:t>
            </a:r>
          </a:p>
          <a:p>
            <a:r>
              <a:t>• RMSE (Root Mean Squared Error): Measures prediction accuracy.</a:t>
            </a:r>
          </a:p>
          <a:p>
            <a:r>
              <a:t>• R² (Coefficient of Determination): Measures how well data fits the model.</a:t>
            </a:r>
          </a:p>
          <a:p>
            <a:r>
              <a:t>Results displayed after testing on unseen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varImp() function used to measure the importance of features.</a:t>
            </a:r>
          </a:p>
          <a:p>
            <a:r>
              <a:t>• Features like battery_capacity_kWh, efficiency_wh_per_km, and weight had highest impact on range_km.</a:t>
            </a:r>
          </a:p>
          <a:p>
            <a:r>
              <a:t>• Visualized using bar plot showing top 15 influential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achieved high R² value, indicating strong predictive performance.</a:t>
            </a:r>
          </a:p>
          <a:p>
            <a:r>
              <a:t>• RMSE showed low error margin.</a:t>
            </a:r>
          </a:p>
          <a:p>
            <a:r>
              <a:t>• Higher battery capacity and efficiency significantly improve range.</a:t>
            </a:r>
          </a:p>
          <a:p>
            <a:r>
              <a:t>• Fast charging and weight play secondary roles.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Actual vs Predicted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Scatter plot showed close alignment between actual and predicted range values.</a:t>
            </a:r>
          </a:p>
          <a:p>
            <a:r>
              <a:t>• Indicates model reliability in real-world prediction.</a:t>
            </a:r>
          </a:p>
          <a:p>
            <a:r>
              <a:t>• Minor deviations due to external factors like driving style or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 Random Forest Regression model for EV range prediction.</a:t>
            </a:r>
          </a:p>
          <a:p>
            <a:r>
              <a:t>• Demonstrated strong predictive accuracy and interpretability.</a:t>
            </a:r>
          </a:p>
          <a:p>
            <a:r>
              <a:t>• Future work: include deep learning models or larger datasets for improved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 Documentation: caret, randomForest packages.</a:t>
            </a:r>
          </a:p>
          <a:p>
            <a:r>
              <a:t>2. Dataset: Electric Vehicles Specification 2025.</a:t>
            </a:r>
          </a:p>
          <a:p>
            <a:r>
              <a:t>3. Academic resources on Random Forest Regression.</a:t>
            </a:r>
          </a:p>
          <a:p>
            <a:r>
              <a:t>4. Yogesh’s R Programming Implementation (2025).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</TotalTime>
  <Words>603</Words>
  <Application>Microsoft Office PowerPoint</Application>
  <PresentationFormat>On-screen Show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Calibri</vt:lpstr>
      <vt:lpstr>Calibri Light</vt:lpstr>
      <vt:lpstr>Retrospect</vt:lpstr>
      <vt:lpstr>Random Forest Regression on Electric Vehicle Dataset (2025)</vt:lpstr>
      <vt:lpstr>Introduction to Electric Vehicles</vt:lpstr>
      <vt:lpstr>Objective of the Study</vt:lpstr>
      <vt:lpstr>Dataset Overview</vt:lpstr>
      <vt:lpstr>Data Preprocessing</vt:lpstr>
      <vt:lpstr>Feature Engineering</vt:lpstr>
      <vt:lpstr>Data Splitting</vt:lpstr>
      <vt:lpstr>Random Forest Regression Model</vt:lpstr>
      <vt:lpstr>Hyperparameter Tuning</vt:lpstr>
      <vt:lpstr>Model Evaluation</vt:lpstr>
      <vt:lpstr>Feature Importance</vt:lpstr>
      <vt:lpstr>Results and Insights</vt:lpstr>
      <vt:lpstr>Comparison: Actual vs Predicted</vt:lpstr>
      <vt:lpstr>Conclusion and 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yogesh s</dc:creator>
  <cp:keywords/>
  <dc:description>generated using python-pptx</dc:description>
  <cp:lastModifiedBy>yogesh s</cp:lastModifiedBy>
  <cp:revision>2</cp:revision>
  <dcterms:created xsi:type="dcterms:W3CDTF">2013-01-27T09:14:16Z</dcterms:created>
  <dcterms:modified xsi:type="dcterms:W3CDTF">2025-10-26T06:33:49Z</dcterms:modified>
  <cp:category/>
</cp:coreProperties>
</file>